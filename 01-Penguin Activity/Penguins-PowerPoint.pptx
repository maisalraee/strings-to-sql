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21" r:id="rId2"/>
    <p:sldId id="322" r:id="rId3"/>
    <p:sldId id="323" r:id="rId4"/>
    <p:sldId id="327" r:id="rId5"/>
    <p:sldId id="324" r:id="rId6"/>
    <p:sldId id="326" r:id="rId7"/>
    <p:sldId id="325" r:id="rId8"/>
    <p:sldId id="278" r:id="rId9"/>
    <p:sldId id="296" r:id="rId10"/>
    <p:sldId id="32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D7A564-98C5-412A-9726-2953784640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5EBE2-6EE0-42AA-8CF1-3F674925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685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F5838-AC2D-E84F-A71A-9E0FE85A4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DD04AE-25D4-4D7B-EE56-4BF3DE0208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DCC8A-4464-B4E3-B1DC-9C9BA97A9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2679-7D2A-4D7C-8AAE-4FA9B9DFE4C9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D3B6B-4426-A8DF-C760-348B50F13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12D88-52E3-66A1-BF5C-257B2C782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633E7-2BE8-4BBA-B7BD-FEE3B93E8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51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74781-3886-D1FF-C846-4925F79B0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2CDBC-41A9-9E4C-AC91-F4DBA0D42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160B2-7DE4-7E39-4340-EE5B6CC8D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2679-7D2A-4D7C-8AAE-4FA9B9DFE4C9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7A1FA-0C2C-622D-17C6-E432EE395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64B5A-83DA-5432-7E20-3378F3F24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633E7-2BE8-4BBA-B7BD-FEE3B93E8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53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0517-9623-2FC9-9E10-E918B1E7B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3EC56-58A8-22A4-3F02-812BC7B30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B4032-15ED-836C-DAA3-78A285256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2679-7D2A-4D7C-8AAE-4FA9B9DFE4C9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9E1B1-0718-C265-3D0C-06334E6A2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82FEA-2376-50CE-B6F3-A61715639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633E7-2BE8-4BBA-B7BD-FEE3B93E8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44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B4F91-BF46-5799-961C-18A80E3CB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651A1-8656-1B56-A3BA-2894017606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733595-D959-693F-3F61-7FE32537E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72A46-70FC-9136-9066-06FCFE9E8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2679-7D2A-4D7C-8AAE-4FA9B9DFE4C9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B48E-8EAD-30ED-3DD6-9AC73C6D3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82AED-3D88-4E06-CEBC-663EB6657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633E7-2BE8-4BBA-B7BD-FEE3B93E8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463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6B0BF-5C92-BFE4-C589-75F86E6E1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C3E60-777A-420D-630B-8AFAFB4CE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E4739-43FA-ECA9-7204-DBC8623C5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B3C178-5A8E-44B3-ED5C-6A6AC6C11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358E8C-BA4A-F605-6F70-F25A77693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52A7C9-24FB-074E-1299-1633AD060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2679-7D2A-4D7C-8AAE-4FA9B9DFE4C9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17D797-7205-184C-BF8C-3A5F665C7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821706-2EA5-2AC5-E604-8A384AE93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633E7-2BE8-4BBA-B7BD-FEE3B93E8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37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7501E-7590-9911-9AEC-D1A101C3A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4A4134-7725-E779-E664-E4A53BC8E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2679-7D2A-4D7C-8AAE-4FA9B9DFE4C9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1DBB5-8616-BE22-2111-4B98435D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B82521-7C6B-A3F2-C78B-243D6B4FD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633E7-2BE8-4BBA-B7BD-FEE3B93E8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43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526D68-81AC-24DA-247B-1DA77FBDD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2679-7D2A-4D7C-8AAE-4FA9B9DFE4C9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A34045-29EB-6145-8A6E-EC25BA829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73C84-A863-000D-E6D1-DF82FDDAD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633E7-2BE8-4BBA-B7BD-FEE3B93E8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524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25659-5E4D-10CA-A35A-20F6787D5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42A77-FB91-9895-A335-0CB582846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6A0D36-45E1-34AC-23AB-C45A96C7D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D0B11C-0472-1FC0-324D-EE8C37F66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2679-7D2A-4D7C-8AAE-4FA9B9DFE4C9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05E3B5-706B-01CB-18DB-670C15EF6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68DFD4-5F17-4B7B-EE32-3FC7F032C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633E7-2BE8-4BBA-B7BD-FEE3B93E8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144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5454A-E5B9-2C69-8AC0-1AD3D7741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4A7E50-5572-4574-4616-B045BA18CC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3A93A7-4393-8E65-9E8C-870780537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9491D4-9342-BEAB-66BA-897FB8511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2679-7D2A-4D7C-8AAE-4FA9B9DFE4C9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ED21AC-70A8-B199-2F24-408E3E32E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41D91E-EDC0-2EF0-66D4-EA308850B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633E7-2BE8-4BBA-B7BD-FEE3B93E8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87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45F16-B65B-C63B-1F54-EC0A5E327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97D7E3-B78F-F549-EC5D-13C3D6DDA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C6D00-BAD4-69F4-5006-461E340E5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2679-7D2A-4D7C-8AAE-4FA9B9DFE4C9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FCCE0-AB42-8BCE-EDDC-A9C2AB247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6F0AB-3D5A-227B-EAE0-FD4139C4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633E7-2BE8-4BBA-B7BD-FEE3B93E8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704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9CF126-481F-B09F-5753-1B660A8AD0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EB1FE-2CA3-249E-E66C-2ECF1513B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7A6E-7673-5293-EC26-FCE02A22F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2679-7D2A-4D7C-8AAE-4FA9B9DFE4C9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54091-2F4F-9D51-D80C-622E9200D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7F3C1-4B00-ECC4-8721-0F125AD01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633E7-2BE8-4BBA-B7BD-FEE3B93E8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864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95E976-3409-6311-EA68-431C73A36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7B159-C298-6771-3B1B-3E12AE9C8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F2AA9-EEC7-B3FB-67F3-7D54D32A3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BB2679-7D2A-4D7C-8AAE-4FA9B9DFE4C9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04392-7345-91CA-A4E5-BDA9624EB5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5DBDC-EFA1-F37F-1E5F-0D6E8736A8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C633E7-2BE8-4BBA-B7BD-FEE3B93E8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8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5" name="Rectangle 1054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Articles - Data Science and Big Data - DataScienceCentral.com">
            <a:extLst>
              <a:ext uri="{FF2B5EF4-FFF2-40B4-BE49-F238E27FC236}">
                <a16:creationId xmlns:a16="http://schemas.microsoft.com/office/drawing/2014/main" id="{2BFCC85D-DFA1-2714-FA73-A3D9999FC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4" b="6636"/>
          <a:stretch/>
        </p:blipFill>
        <p:spPr bwMode="auto">
          <a:xfrm>
            <a:off x="20" y="-22"/>
            <a:ext cx="12191977" cy="6858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7" name="Rectangle 1056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AB03F6-9CA8-6F51-5A4D-EC2EEF8F8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566" y="4792337"/>
            <a:ext cx="5449479" cy="1578054"/>
          </a:xfrm>
        </p:spPr>
        <p:txBody>
          <a:bodyPr anchor="b"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Data Science- Data Visualization</a:t>
            </a:r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40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12EA-7D6A-D78E-0628-44DE87825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778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Data- What is it and Why it matters?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DB526-CB7A-26B8-4001-AF4F7B842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700" y="1889125"/>
            <a:ext cx="10515600" cy="143827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Data</a:t>
            </a:r>
            <a:r>
              <a:rPr lang="en-US" dirty="0"/>
              <a:t> is information or facts about something.</a:t>
            </a:r>
          </a:p>
          <a:p>
            <a:r>
              <a:rPr lang="en-US" dirty="0"/>
              <a:t> It can be numbers, words, pictures, voices, even emotions!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49B188-7A2B-18F2-E145-4FCCBB7D31EE}"/>
              </a:ext>
            </a:extLst>
          </p:cNvPr>
          <p:cNvSpPr txBox="1"/>
          <p:nvPr/>
        </p:nvSpPr>
        <p:spPr>
          <a:xfrm>
            <a:off x="539750" y="3287236"/>
            <a:ext cx="110617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/>
              <a:t>Think of data as clues that help us understand patterns or answer questions.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>
                <a:solidFill>
                  <a:srgbClr val="7030A0"/>
                </a:solidFill>
              </a:rPr>
              <a:t>Example: </a:t>
            </a:r>
            <a:r>
              <a:rPr lang="en-US" sz="2800" dirty="0"/>
              <a:t>Collecting data on your classmates' favorite colors helps you see which color is the most popular.</a:t>
            </a:r>
          </a:p>
          <a:p>
            <a:endParaRPr lang="en-US" sz="2800" dirty="0"/>
          </a:p>
          <a:p>
            <a:r>
              <a:rPr lang="en-US" sz="2800" dirty="0"/>
              <a:t>Data is like a puzzle - each piece adds to the bigger picture!</a:t>
            </a:r>
          </a:p>
        </p:txBody>
      </p:sp>
    </p:spTree>
    <p:extLst>
      <p:ext uri="{BB962C8B-B14F-4D97-AF65-F5344CB8AC3E}">
        <p14:creationId xmlns:p14="http://schemas.microsoft.com/office/powerpoint/2010/main" val="3417392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4" name="Rectangle 206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6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029D9-86BB-512C-C24C-D483FF518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373" y="2703358"/>
            <a:ext cx="3925885" cy="3410712"/>
          </a:xfrm>
        </p:spPr>
        <p:txBody>
          <a:bodyPr anchor="t">
            <a:normAutofit fontScale="92500" lnSpcReduction="20000"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1- Collect a lot of information (called "data") about things.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2- Use math and computers to find patterns or solve mysteries in the data.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3- Use the information </a:t>
            </a:r>
            <a:r>
              <a:rPr lang="en-US" sz="2400"/>
              <a:t>that they </a:t>
            </a:r>
            <a:r>
              <a:rPr lang="en-US" sz="2400" dirty="0"/>
              <a:t>got to make good decisions!</a:t>
            </a:r>
          </a:p>
        </p:txBody>
      </p:sp>
      <p:pic>
        <p:nvPicPr>
          <p:cNvPr id="2050" name="Picture 2" descr="Pattern Recognition in Machine Learning [Basics &amp; Examples]">
            <a:extLst>
              <a:ext uri="{FF2B5EF4-FFF2-40B4-BE49-F238E27FC236}">
                <a16:creationId xmlns:a16="http://schemas.microsoft.com/office/drawing/2014/main" id="{2C9F1F71-2CA7-FF17-80F5-F35210413D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04" b="14210"/>
          <a:stretch/>
        </p:blipFill>
        <p:spPr bwMode="auto">
          <a:xfrm>
            <a:off x="4841769" y="2240095"/>
            <a:ext cx="6903720" cy="4337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F72CAF-2AD9-E635-5FB4-490D84FA7850}"/>
              </a:ext>
            </a:extLst>
          </p:cNvPr>
          <p:cNvSpPr txBox="1"/>
          <p:nvPr/>
        </p:nvSpPr>
        <p:spPr>
          <a:xfrm>
            <a:off x="469373" y="1333787"/>
            <a:ext cx="447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7030A0"/>
                </a:solidFill>
              </a:rPr>
              <a:t>Data Scientists </a:t>
            </a:r>
          </a:p>
        </p:txBody>
      </p:sp>
    </p:spTree>
    <p:extLst>
      <p:ext uri="{BB962C8B-B14F-4D97-AF65-F5344CB8AC3E}">
        <p14:creationId xmlns:p14="http://schemas.microsoft.com/office/powerpoint/2010/main" val="2655121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3EA210-DDB8-3113-64AF-ABAA66DB32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6674" y="346010"/>
            <a:ext cx="10515600" cy="9426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b="1" kern="1200" dirty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Penguins Activity 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D46F2FF-D175-29C1-E02A-64AA318F21E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7" b="1"/>
          <a:stretch/>
        </p:blipFill>
        <p:spPr bwMode="auto">
          <a:xfrm>
            <a:off x="1176272" y="1510778"/>
            <a:ext cx="9506205" cy="5347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34D7E8-AEB9-F171-F1BA-80FD3C0FE5DD}"/>
              </a:ext>
            </a:extLst>
          </p:cNvPr>
          <p:cNvSpPr txBox="1"/>
          <p:nvPr/>
        </p:nvSpPr>
        <p:spPr>
          <a:xfrm>
            <a:off x="9309100" y="6327324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Artwork by @allison_horst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379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99CB68-5201-7A28-FC72-3E14CCE33A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29" t="4000" r="2608" b="8952"/>
          <a:stretch/>
        </p:blipFill>
        <p:spPr>
          <a:xfrm>
            <a:off x="326570" y="444137"/>
            <a:ext cx="11273247" cy="596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836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CF1B71-6A33-8BB0-181F-E9543EF932FE}"/>
              </a:ext>
            </a:extLst>
          </p:cNvPr>
          <p:cNvSpPr txBox="1"/>
          <p:nvPr/>
        </p:nvSpPr>
        <p:spPr>
          <a:xfrm>
            <a:off x="438150" y="1182638"/>
            <a:ext cx="508635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Species:  </a:t>
            </a:r>
          </a:p>
          <a:p>
            <a:r>
              <a:rPr lang="en-US" sz="2400" b="1" dirty="0"/>
              <a:t>Gentoo penguins </a:t>
            </a:r>
            <a:r>
              <a:rPr lang="en-US" sz="2400" dirty="0"/>
              <a:t>are the fastest underwater swimmers of all penguins, reaching speeds up to 22 miles per hour!</a:t>
            </a:r>
          </a:p>
          <a:p>
            <a:endParaRPr lang="en-US" sz="2400" dirty="0"/>
          </a:p>
          <a:p>
            <a:r>
              <a:rPr lang="en-US" sz="2400" b="1" dirty="0" err="1"/>
              <a:t>Adélie</a:t>
            </a:r>
            <a:r>
              <a:rPr lang="en-US" sz="2400" b="1" dirty="0"/>
              <a:t> penguins </a:t>
            </a:r>
            <a:r>
              <a:rPr lang="en-US" sz="2400" dirty="0"/>
              <a:t>can walk up to 31 miles to find food and were named after the wife of a French explorer.</a:t>
            </a:r>
          </a:p>
          <a:p>
            <a:endParaRPr lang="en-US" sz="2400" dirty="0"/>
          </a:p>
          <a:p>
            <a:r>
              <a:rPr lang="en-US" sz="2400" b="1" dirty="0"/>
              <a:t>Chinstrap penguins </a:t>
            </a:r>
            <a:r>
              <a:rPr lang="en-US" sz="2400" dirty="0"/>
              <a:t>get their name from the thin black line under their chin, making it look like they’re wearing tiny helmets!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E7C5CC-EC22-BE5F-7E07-EBC5791C164E}"/>
              </a:ext>
            </a:extLst>
          </p:cNvPr>
          <p:cNvSpPr txBox="1"/>
          <p:nvPr/>
        </p:nvSpPr>
        <p:spPr>
          <a:xfrm>
            <a:off x="438150" y="393700"/>
            <a:ext cx="4330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Data collected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F1E3B2-B1CF-C72F-3E84-17865B610701}"/>
              </a:ext>
            </a:extLst>
          </p:cNvPr>
          <p:cNvSpPr txBox="1"/>
          <p:nvPr/>
        </p:nvSpPr>
        <p:spPr>
          <a:xfrm>
            <a:off x="6096000" y="1182638"/>
            <a:ext cx="55245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Islands:</a:t>
            </a:r>
          </a:p>
          <a:p>
            <a:r>
              <a:rPr lang="en-US" sz="2400" b="1" dirty="0"/>
              <a:t>Biscoe Island </a:t>
            </a:r>
            <a:r>
              <a:rPr lang="en-US" sz="2400" dirty="0"/>
              <a:t>is home to the most diverse penguin population in the dataset, hosting Gentoo, </a:t>
            </a:r>
            <a:r>
              <a:rPr lang="en-US" sz="2400" dirty="0" err="1"/>
              <a:t>Adélie</a:t>
            </a:r>
            <a:r>
              <a:rPr lang="en-US" sz="2400" dirty="0"/>
              <a:t>, and Chinstrap penguins!</a:t>
            </a:r>
          </a:p>
          <a:p>
            <a:endParaRPr lang="en-US" sz="2400" dirty="0"/>
          </a:p>
          <a:p>
            <a:r>
              <a:rPr lang="en-US" sz="2400" b="1" dirty="0"/>
              <a:t>Dream Island </a:t>
            </a:r>
            <a:r>
              <a:rPr lang="en-US" sz="2400" dirty="0"/>
              <a:t>might sound magical, and it’s fitting because it’s mostly home to the fun-loving </a:t>
            </a:r>
            <a:r>
              <a:rPr lang="en-US" sz="2400" dirty="0" err="1"/>
              <a:t>Adélie</a:t>
            </a:r>
            <a:r>
              <a:rPr lang="en-US" sz="2400" dirty="0"/>
              <a:t> penguins.</a:t>
            </a:r>
          </a:p>
          <a:p>
            <a:endParaRPr lang="en-US" sz="2400" dirty="0"/>
          </a:p>
          <a:p>
            <a:r>
              <a:rPr lang="en-US" sz="2400" b="1" dirty="0"/>
              <a:t>Torgersen Island </a:t>
            </a:r>
            <a:r>
              <a:rPr lang="en-US" sz="2400" dirty="0"/>
              <a:t>is small but special, known primarily as a nesting spot for </a:t>
            </a:r>
            <a:r>
              <a:rPr lang="en-US" sz="2400" dirty="0" err="1"/>
              <a:t>Adélie</a:t>
            </a:r>
            <a:r>
              <a:rPr lang="en-US" sz="2400" dirty="0"/>
              <a:t> penguins who thrive there in large colonies.</a:t>
            </a:r>
          </a:p>
        </p:txBody>
      </p:sp>
    </p:spTree>
    <p:extLst>
      <p:ext uri="{BB962C8B-B14F-4D97-AF65-F5344CB8AC3E}">
        <p14:creationId xmlns:p14="http://schemas.microsoft.com/office/powerpoint/2010/main" val="3625490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A3CC463-F933-4AC4-86E1-5AC14B0C3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25D2DB-A12A-44DB-B00E-F4D622329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48006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rgbClr val="FDBD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B6D764-5D64-E28B-A192-617BE787D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81" y="643467"/>
            <a:ext cx="3582281" cy="247565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E7E7877-F64E-4EEA-B778-138031EFF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360367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rgbClr val="FDBD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72B8E2-D3B3-6A62-22C0-D076332DB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49" y="3861257"/>
            <a:ext cx="3854945" cy="224550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DD6C4F3-70FD-4F13-919C-702EE4886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0596" y="487090"/>
            <a:ext cx="6741849" cy="5897880"/>
          </a:xfrm>
          <a:prstGeom prst="rect">
            <a:avLst/>
          </a:prstGeom>
          <a:solidFill>
            <a:srgbClr val="FFFFF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2881BE-F3C9-DC84-0ED0-3352198F1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771" y="685131"/>
            <a:ext cx="5627339" cy="55710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FCB7D3-F6FE-F913-48F2-3E6ECB4FBAA0}"/>
              </a:ext>
            </a:extLst>
          </p:cNvPr>
          <p:cNvSpPr txBox="1"/>
          <p:nvPr/>
        </p:nvSpPr>
        <p:spPr>
          <a:xfrm>
            <a:off x="622549" y="6418599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Artwork by @allison_horst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9D586-53EC-2243-675F-80BAF7A08475}"/>
              </a:ext>
            </a:extLst>
          </p:cNvPr>
          <p:cNvSpPr txBox="1"/>
          <p:nvPr/>
        </p:nvSpPr>
        <p:spPr>
          <a:xfrm>
            <a:off x="6476751" y="6418599"/>
            <a:ext cx="5092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chemeClr val="tx1"/>
                </a:solidFill>
                <a:effectLst/>
                <a:latin typeface="+mn-lt"/>
              </a:rPr>
              <a:t>Talk To The Fin!" by Jennifer Hadley 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69619F-8648-A80F-7D51-4DC3C20FB1C8}"/>
              </a:ext>
            </a:extLst>
          </p:cNvPr>
          <p:cNvSpPr txBox="1"/>
          <p:nvPr/>
        </p:nvSpPr>
        <p:spPr>
          <a:xfrm>
            <a:off x="1293162" y="32175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Image created by </a:t>
            </a:r>
            <a:r>
              <a:rPr lang="en-US" sz="1800" b="0" u="none" strike="noStrike" dirty="0">
                <a:effectLst/>
                <a:latin typeface="+mn-lt"/>
              </a:rPr>
              <a:t>Twinkl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683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rrow: Right 16">
            <a:extLst>
              <a:ext uri="{FF2B5EF4-FFF2-40B4-BE49-F238E27FC236}">
                <a16:creationId xmlns:a16="http://schemas.microsoft.com/office/drawing/2014/main" id="{C792EF8C-1F16-4A20-9CCB-B92F9DC33FF2}"/>
              </a:ext>
            </a:extLst>
          </p:cNvPr>
          <p:cNvSpPr/>
          <p:nvPr/>
        </p:nvSpPr>
        <p:spPr>
          <a:xfrm>
            <a:off x="5577331" y="3149497"/>
            <a:ext cx="1058068" cy="40458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3DEBEB-94F2-3B0C-4E32-9E8E5A8A42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50" t="15557" r="19561" b="20555"/>
          <a:stretch/>
        </p:blipFill>
        <p:spPr>
          <a:xfrm>
            <a:off x="723731" y="643467"/>
            <a:ext cx="10338138" cy="557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184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4408D5-9197-89D9-D9B0-AD7E3A86FC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708" t="15185" r="17813" b="21111"/>
          <a:stretch/>
        </p:blipFill>
        <p:spPr>
          <a:xfrm>
            <a:off x="542621" y="643467"/>
            <a:ext cx="10801957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8266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16FDCD-13D3-4D33-B82B-F4BC38A07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35" y="508000"/>
            <a:ext cx="11120215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085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8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C370577-2DDC-46A8-BAC3-017B64216446}">
  <we:reference id="b0430364-2ab6-47cd-907e-f8b72239b204" version="3.19.222.0" store="EXCatalog" storeType="EXCatalog"/>
  <we:alternateReferences>
    <we:reference id="WA200000729" version="3.19.222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1967</TotalTime>
  <Words>289</Words>
  <Application>Microsoft Office PowerPoint</Application>
  <PresentationFormat>Widescreen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Data- What is it and Why it matters?</vt:lpstr>
      <vt:lpstr>PowerPoint Presentation</vt:lpstr>
      <vt:lpstr>Penguins Activity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Wrangling</dc:title>
  <dc:creator>Alraee, Mais M</dc:creator>
  <cp:lastModifiedBy>Alraee, Mais M</cp:lastModifiedBy>
  <cp:revision>5</cp:revision>
  <dcterms:created xsi:type="dcterms:W3CDTF">2024-03-04T18:19:50Z</dcterms:created>
  <dcterms:modified xsi:type="dcterms:W3CDTF">2026-09-09T17:29:42Z</dcterms:modified>
</cp:coreProperties>
</file>